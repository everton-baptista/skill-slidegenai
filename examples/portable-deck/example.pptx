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 (%)</c:v>
                </c:pt>
              </c:strCache>
            </c:strRef>
          </c:tx>
          <c:spPr>
            <a:solidFill>
              <a:srgbClr val="B64B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Week 1</c:v>
                </c:pt>
                <c:pt idx="1">
                  <c:v>Week 2</c:v>
                </c:pt>
                <c:pt idx="2">
                  <c:v>Week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</c:v>
                </c:pt>
                <c:pt idx="1">
                  <c:v>48</c:v>
                </c:pt>
                <c:pt idx="2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73E3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D9DF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Fictional identity. Chart data is illustrative. Editorial image generated with ImageGen; no real institution depicted.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Fictional identity. Chart data is illustrative. Editorial image generated with ImageGen; no real institution depicted.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Fictional identity. Chart data is illustrative. Editorial image generated with ImageGen; no real institution depicted.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Fictional identity. Chart data is illustrative. Editorial image generated with ImageGen; no real institution depicted.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Fictional identity. Chart data is illustrative. Editorial image generated with ImageGen; no real institution depicted.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Fictional identity. Chart data is illustrative. Editorial image generated with ImageGen; no real institution depicted.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Fictional identity. Chart data is illustrative. Editorial image generated with ImageGen; no real institution depicted.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Fictional identity. Chart data is illustrative. Editorial image generated with ImageGen; no real institution depicted.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66750"/>
            <a:ext cx="7143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6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FIELDWORK / RESEARCH NOTES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09600" y="1809750"/>
            <a:ext cx="104775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500" b="1" dirty="0">
                <a:solidFill>
                  <a:srgbClr val="F6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75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7500" b="1" dirty="0">
                <a:solidFill>
                  <a:srgbClr val="F6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design</a:t>
            </a:r>
            <a:endParaRPr lang="en-US" sz="7500" dirty="0"/>
          </a:p>
        </p:txBody>
      </p:sp>
      <p:sp>
        <p:nvSpPr>
          <p:cNvPr id="5" name="Text 2"/>
          <p:cNvSpPr/>
          <p:nvPr/>
        </p:nvSpPr>
        <p:spPr>
          <a:xfrm>
            <a:off x="647700" y="4895850"/>
            <a:ext cx="8763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250" dirty="0">
                <a:solidFill>
                  <a:srgbClr val="F6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fictional eight-slide demonstration of a portable brand system.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09600" y="6343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6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FIELDWORK LEARNING LAB   /   FICTIONAL EXAMPLE                                     01 / 08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762000"/>
            <a:ext cx="9525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B64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DESIGN FOUNDATIONS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609600" y="2190750"/>
            <a:ext cx="10668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850" b="1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identity</a:t>
            </a:r>
            <a:endParaRPr lang="en-US" sz="5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850" b="1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slide system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647700" y="4953000"/>
            <a:ext cx="99060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250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anchors the brand. Composition serves the message.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09600" y="6343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FIELDWORK LEARNING LAB   /   FICTIONAL EXAMPLE                                     02 / 08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AI-generated quiet library with a reading table; fictional setting.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429250" cy="6096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0" y="742950"/>
            <a:ext cx="5429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64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EDITORIAL / CONTEXT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6096000" y="1676400"/>
            <a:ext cx="54292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100" b="1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for</a:t>
            </a:r>
            <a:endParaRPr lang="en-US" sz="5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100" b="1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endParaRPr lang="en-US" sz="5100" dirty="0"/>
          </a:p>
        </p:txBody>
      </p:sp>
      <p:sp>
        <p:nvSpPr>
          <p:cNvPr id="6" name="Text 2"/>
          <p:cNvSpPr/>
          <p:nvPr/>
        </p:nvSpPr>
        <p:spPr>
          <a:xfrm>
            <a:off x="6096000" y="3810000"/>
            <a:ext cx="5095875" cy="156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75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relevant image establishes context. Large type makes the subject clear without decorative panels.</a:t>
            </a:r>
            <a:endParaRPr lang="en-US" sz="2175" dirty="0"/>
          </a:p>
        </p:txBody>
      </p:sp>
      <p:sp>
        <p:nvSpPr>
          <p:cNvPr id="7" name="Text 3"/>
          <p:cNvSpPr/>
          <p:nvPr/>
        </p:nvSpPr>
        <p:spPr>
          <a:xfrm>
            <a:off x="609600" y="6343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FIELDWORK LEARNING LAB   /   FICTIONAL EXAMPLE                                     03 / 08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47700"/>
            <a:ext cx="1066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75" b="1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layers,</a:t>
            </a:r>
            <a:endParaRPr lang="en-US" sz="4275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75" b="1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distinct responsibilities</a:t>
            </a:r>
            <a:endParaRPr lang="en-US" sz="4275" dirty="0"/>
          </a:p>
        </p:txBody>
      </p:sp>
      <p:sp>
        <p:nvSpPr>
          <p:cNvPr id="4" name="Text 1"/>
          <p:cNvSpPr/>
          <p:nvPr/>
        </p:nvSpPr>
        <p:spPr>
          <a:xfrm>
            <a:off x="609600" y="2571750"/>
            <a:ext cx="31432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25" b="1" dirty="0">
                <a:solidFill>
                  <a:srgbClr val="B64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Identity</a:t>
            </a:r>
            <a:endParaRPr lang="en-US" sz="2325" dirty="0"/>
          </a:p>
        </p:txBody>
      </p:sp>
      <p:sp>
        <p:nvSpPr>
          <p:cNvPr id="5" name="Text 2"/>
          <p:cNvSpPr/>
          <p:nvPr/>
        </p:nvSpPr>
        <p:spPr>
          <a:xfrm>
            <a:off x="609600" y="3286125"/>
            <a:ext cx="30480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Colors, fonts, original assets and evidence.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362450" y="2571750"/>
            <a:ext cx="333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25" b="1" dirty="0">
                <a:solidFill>
                  <a:srgbClr val="B64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Visual system</a:t>
            </a:r>
            <a:endParaRPr lang="en-US" sz="2325" dirty="0"/>
          </a:p>
        </p:txBody>
      </p:sp>
      <p:sp>
        <p:nvSpPr>
          <p:cNvPr id="7" name="Text 4"/>
          <p:cNvSpPr/>
          <p:nvPr/>
        </p:nvSpPr>
        <p:spPr>
          <a:xfrm>
            <a:off x="4362450" y="3286125"/>
            <a:ext cx="3143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regions and reusable compositions.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191500" y="2571750"/>
            <a:ext cx="333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325" b="1" dirty="0">
                <a:solidFill>
                  <a:srgbClr val="B64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Content</a:t>
            </a:r>
            <a:endParaRPr lang="en-US" sz="2325" dirty="0"/>
          </a:p>
        </p:txBody>
      </p:sp>
      <p:sp>
        <p:nvSpPr>
          <p:cNvPr id="9" name="Text 6"/>
          <p:cNvSpPr/>
          <p:nvPr/>
        </p:nvSpPr>
        <p:spPr>
          <a:xfrm>
            <a:off x="8191500" y="3286125"/>
            <a:ext cx="3143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clear message, supported facts and useful examples.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09600" y="6343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FIELDWORK LEARNING LAB   /   FICTIONAL EXAMPLE                                     04 / 08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19125"/>
            <a:ext cx="106680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75" b="1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approach</a:t>
            </a:r>
            <a:endParaRPr lang="en-US" sz="4275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75" b="1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fits the task</a:t>
            </a:r>
            <a:endParaRPr lang="en-US" sz="4275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2476500"/>
          <a:ext cx="10972800" cy="276225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023360"/>
              </a:tblGrid>
              <a:tr h="6905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</a:t>
                      </a:r>
                      <a:endParaRPr lang="en-US" sz="1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Faithful reproduction</a:t>
                      </a:r>
                      <a:endParaRPr lang="en-US" sz="1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E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5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adaptation</a:t>
                      </a:r>
                      <a:endParaRPr lang="en-US" sz="1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E38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5" dirty="0">
                          <a:solidFill>
                            <a:srgbClr val="173E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Starting point</a:t>
                      </a:r>
                      <a:endParaRPr lang="en-US" sz="1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5" dirty="0">
                          <a:solidFill>
                            <a:srgbClr val="173E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 the source deck</a:t>
                      </a:r>
                      <a:endParaRPr lang="en-US" sz="1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5" dirty="0">
                          <a:solidFill>
                            <a:srgbClr val="173E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 the identity</a:t>
                      </a:r>
                      <a:endParaRPr lang="en-US" sz="1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5" dirty="0">
                          <a:solidFill>
                            <a:srgbClr val="173E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Composition</a:t>
                      </a:r>
                      <a:endParaRPr lang="en-US" sz="1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5" dirty="0">
                          <a:solidFill>
                            <a:srgbClr val="173E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Preserve existing masters</a:t>
                      </a:r>
                      <a:endParaRPr lang="en-US" sz="1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5" dirty="0">
                          <a:solidFill>
                            <a:srgbClr val="173E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Choose suitable layouts</a:t>
                      </a:r>
                      <a:endParaRPr lang="en-US" sz="1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5" dirty="0">
                          <a:solidFill>
                            <a:srgbClr val="173E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target</a:t>
                      </a:r>
                      <a:endParaRPr lang="en-US" sz="1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5" dirty="0">
                          <a:solidFill>
                            <a:srgbClr val="173E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 with the source</a:t>
                      </a:r>
                      <a:endParaRPr lang="en-US" sz="1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5" dirty="0">
                          <a:solidFill>
                            <a:srgbClr val="173E3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Compare with the brand</a:t>
                      </a:r>
                      <a:endParaRPr lang="en-US" sz="1875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114300" marB="114300">
                    <a:lnL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F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A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609600" y="6343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FIELDWORK LEARNING LAB   /   FICTIONAL EXAMPLE                                     05 / 08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19125"/>
            <a:ext cx="1066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75" b="1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practice</a:t>
            </a:r>
            <a:endParaRPr lang="en-US" sz="4275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75" b="1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</a:t>
            </a:r>
            <a:endParaRPr lang="en-US" sz="4275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09600" y="2428875"/>
          <a:ext cx="7239000" cy="3143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/>
          <p:nvPr/>
        </p:nvSpPr>
        <p:spPr>
          <a:xfrm>
            <a:off x="8572500" y="26670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B64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data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8572500" y="3571875"/>
            <a:ext cx="28575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950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invented values demonstrate a native editable chart. They are not research findings.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609600" y="6343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FIELDWORK LEARNING LAB   /   FICTIONAL EXAMPLE                                     06 / 08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19125"/>
            <a:ext cx="10668000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is part</a:t>
            </a:r>
            <a:endParaRPr lang="en-US" sz="4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construction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09600" y="28575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B64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Build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09600" y="371475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content to measured regions.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4476750" y="28575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B64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Inspect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4476750" y="371475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every slide and compare.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286750" y="285750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B64B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Repair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286750" y="371475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100" dirty="0">
                <a:solidFill>
                  <a:srgbClr val="173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affected objects and verify again.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3810000" y="3105150"/>
            <a:ext cx="400050" cy="28575"/>
          </a:xfrm>
          <a:prstGeom prst="rect">
            <a:avLst/>
          </a:prstGeom>
          <a:solidFill>
            <a:srgbClr val="D9DFD5"/>
          </a:solidFill>
          <a:ln w="12700">
            <a:solidFill>
              <a:srgbClr val="D9DFD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67625" y="3105150"/>
            <a:ext cx="400050" cy="28575"/>
          </a:xfrm>
          <a:prstGeom prst="rect">
            <a:avLst/>
          </a:prstGeom>
          <a:solidFill>
            <a:srgbClr val="D9DFD5"/>
          </a:solidFill>
          <a:ln w="12700">
            <a:solidFill>
              <a:srgbClr val="D9DFD5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9600" y="6343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264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FIELDWORK LEARNING LAB   /   FICTIONAL EXAMPLE                                     07 / 08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762000"/>
            <a:ext cx="1047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F6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 / YOUR OWN REFERENCE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609600" y="2238375"/>
            <a:ext cx="108585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700" b="1" dirty="0">
                <a:solidFill>
                  <a:srgbClr val="F6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consistent brand.</a:t>
            </a:r>
            <a:endParaRPr lang="en-US" sz="57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700" b="1" dirty="0">
                <a:solidFill>
                  <a:srgbClr val="F6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useful presentation.</a:t>
            </a:r>
            <a:endParaRPr lang="en-US" sz="5700" dirty="0"/>
          </a:p>
        </p:txBody>
      </p:sp>
      <p:sp>
        <p:nvSpPr>
          <p:cNvPr id="5" name="Text 2"/>
          <p:cNvSpPr/>
          <p:nvPr/>
        </p:nvSpPr>
        <p:spPr>
          <a:xfrm>
            <a:off x="647700" y="4905375"/>
            <a:ext cx="1019175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2250" dirty="0">
                <a:solidFill>
                  <a:srgbClr val="F6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the fictional identity with an inspected reference, then build and review with your own tools.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609600" y="6343650"/>
            <a:ext cx="10972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6F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FIELDWORK LEARNING LAB   /   FICTIONAL EXAMPLE                                     08 / 08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by design — fictional example</dc:title>
  <dc:subject>Fictional portable example</dc:subject>
  <dc:creator>SlideGenAI Skill</dc:creator>
  <cp:lastModifiedBy>SlideGenAI Skill</cp:lastModifiedBy>
  <cp:revision>1</cp:revision>
  <dcterms:created xsi:type="dcterms:W3CDTF">2026-10-18T22:23:47Z</dcterms:created>
  <dcterms:modified xsi:type="dcterms:W3CDTF">2026-10-18T22:23:47Z</dcterms:modified>
</cp:coreProperties>
</file>